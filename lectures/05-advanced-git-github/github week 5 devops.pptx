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e830eae134976" /><Relationship Type="http://schemas.openxmlformats.org/officeDocument/2006/relationships/extended-properties" Target="/docProps/app.xml" Id="R942052304b494cc7" /><Relationship Type="http://schemas.openxmlformats.org/officeDocument/2006/relationships/officeDocument" Target="/ppt/presentation.xml" Id="R67577263a0e6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90d8bb56b410d"/>
  </p:sldMasterIdLst>
  <p:notesMasterIdLst>
    <p:notesMasterId xmlns:r="http://schemas.openxmlformats.org/officeDocument/2006/relationships" r:id="R7cbf087987f042d3"/>
  </p:notesMasterIdLst>
  <p:sldIdLst>
    <p:sldId xmlns:r="http://schemas.openxmlformats.org/officeDocument/2006/relationships" id="256" r:id="Ra070c79584694828"/>
    <p:sldId xmlns:r="http://schemas.openxmlformats.org/officeDocument/2006/relationships" id="257" r:id="R1b1b63b19e224370"/>
    <p:sldId xmlns:r="http://schemas.openxmlformats.org/officeDocument/2006/relationships" id="258" r:id="R62e2c06ff94b48c9"/>
    <p:sldId xmlns:r="http://schemas.openxmlformats.org/officeDocument/2006/relationships" id="259" r:id="R8c42540007904bc6"/>
    <p:sldId xmlns:r="http://schemas.openxmlformats.org/officeDocument/2006/relationships" id="260" r:id="R456a851ee95e49c9"/>
    <p:sldId xmlns:r="http://schemas.openxmlformats.org/officeDocument/2006/relationships" id="261" r:id="R4caaaf73211e4d26"/>
    <p:sldId xmlns:r="http://schemas.openxmlformats.org/officeDocument/2006/relationships" id="262" r:id="R13549ed7d14c4681"/>
    <p:sldId xmlns:r="http://schemas.openxmlformats.org/officeDocument/2006/relationships" id="263" r:id="R1a86ae2fb61a48ef"/>
    <p:sldId xmlns:r="http://schemas.openxmlformats.org/officeDocument/2006/relationships" id="264" r:id="Rbea024c159bd4b6b"/>
    <p:sldId xmlns:r="http://schemas.openxmlformats.org/officeDocument/2006/relationships" id="265" r:id="Rf2da10dfd8f4461a"/>
    <p:sldId xmlns:r="http://schemas.openxmlformats.org/officeDocument/2006/relationships" id="266" r:id="Re2384a7014e04cef"/>
    <p:sldId xmlns:r="http://schemas.openxmlformats.org/officeDocument/2006/relationships" id="267" r:id="R19cc0910684b42d4"/>
    <p:sldId xmlns:r="http://schemas.openxmlformats.org/officeDocument/2006/relationships" id="268" r:id="R50501459db6e4b18"/>
    <p:sldId xmlns:r="http://schemas.openxmlformats.org/officeDocument/2006/relationships" id="269" r:id="Re1ed584fc77842a9"/>
    <p:sldId xmlns:r="http://schemas.openxmlformats.org/officeDocument/2006/relationships" id="270" r:id="Rf837c063dae04157"/>
    <p:sldId xmlns:r="http://schemas.openxmlformats.org/officeDocument/2006/relationships" id="271" r:id="R4f41f386a762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b634f6a1514272" /><Relationship Type="http://schemas.openxmlformats.org/officeDocument/2006/relationships/slideMaster" Target="/ppt/slideMasters/slideMaster1.xml" Id="Rdad90d8bb56b410d" /><Relationship Type="http://schemas.openxmlformats.org/officeDocument/2006/relationships/notesMaster" Target="/ppt/notesMasters/notesMaster1.xml" Id="R7cbf087987f042d3" /><Relationship Type="http://schemas.openxmlformats.org/officeDocument/2006/relationships/presProps" Target="/ppt/presProps.xml" Id="Rdf39daca7fee4928" /><Relationship Type="http://schemas.openxmlformats.org/officeDocument/2006/relationships/tableStyles" Target="/ppt/tableStyles.xml" Id="R587cdc09ca5342ec" /><Relationship Type="http://schemas.openxmlformats.org/officeDocument/2006/relationships/slide" Target="/ppt/slides/slide1.xml" Id="Ra070c79584694828" /><Relationship Type="http://schemas.openxmlformats.org/officeDocument/2006/relationships/slide" Target="/ppt/slides/slide2.xml" Id="R1b1b63b19e224370" /><Relationship Type="http://schemas.openxmlformats.org/officeDocument/2006/relationships/slide" Target="/ppt/slides/slide3.xml" Id="R62e2c06ff94b48c9" /><Relationship Type="http://schemas.openxmlformats.org/officeDocument/2006/relationships/slide" Target="/ppt/slides/slide4.xml" Id="R8c42540007904bc6" /><Relationship Type="http://schemas.openxmlformats.org/officeDocument/2006/relationships/slide" Target="/ppt/slides/slide5.xml" Id="R456a851ee95e49c9" /><Relationship Type="http://schemas.openxmlformats.org/officeDocument/2006/relationships/slide" Target="/ppt/slides/slide6.xml" Id="R4caaaf73211e4d26" /><Relationship Type="http://schemas.openxmlformats.org/officeDocument/2006/relationships/slide" Target="/ppt/slides/slide7.xml" Id="R13549ed7d14c4681" /><Relationship Type="http://schemas.openxmlformats.org/officeDocument/2006/relationships/slide" Target="/ppt/slides/slide8.xml" Id="R1a86ae2fb61a48ef" /><Relationship Type="http://schemas.openxmlformats.org/officeDocument/2006/relationships/slide" Target="/ppt/slides/slide9.xml" Id="Rbea024c159bd4b6b" /><Relationship Type="http://schemas.openxmlformats.org/officeDocument/2006/relationships/slide" Target="/ppt/slides/slide10.xml" Id="Rf2da10dfd8f4461a" /><Relationship Type="http://schemas.openxmlformats.org/officeDocument/2006/relationships/slide" Target="/ppt/slides/slide11.xml" Id="Re2384a7014e04cef" /><Relationship Type="http://schemas.openxmlformats.org/officeDocument/2006/relationships/slide" Target="/ppt/slides/slide12.xml" Id="R19cc0910684b42d4" /><Relationship Type="http://schemas.openxmlformats.org/officeDocument/2006/relationships/slide" Target="/ppt/slides/slide13.xml" Id="R50501459db6e4b18" /><Relationship Type="http://schemas.openxmlformats.org/officeDocument/2006/relationships/slide" Target="/ppt/slides/slide14.xml" Id="Re1ed584fc77842a9" /><Relationship Type="http://schemas.openxmlformats.org/officeDocument/2006/relationships/slide" Target="/ppt/slides/slide15.xml" Id="Rf837c063dae04157" /><Relationship Type="http://schemas.openxmlformats.org/officeDocument/2006/relationships/slide" Target="/ppt/slides/slide16.xml" Id="R4f41f386a762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b932af5a3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f8446640a49d1" /><Relationship Type="http://schemas.openxmlformats.org/officeDocument/2006/relationships/notesMaster" Target="/ppt/notesMasters/notesMaster1.xml" Id="R73610ca33186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34f036456f4271" /><Relationship Type="http://schemas.openxmlformats.org/officeDocument/2006/relationships/notesMaster" Target="/ppt/notesMasters/notesMaster1.xml" Id="Rb8e6789325ff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d45362edf4713" /><Relationship Type="http://schemas.openxmlformats.org/officeDocument/2006/relationships/notesMaster" Target="/ppt/notesMasters/notesMaster1.xml" Id="R8a717569889a41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9c1a29044e43d5" /><Relationship Type="http://schemas.openxmlformats.org/officeDocument/2006/relationships/notesMaster" Target="/ppt/notesMasters/notesMaster1.xml" Id="R9406df7bcea648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79d73e86a4cc1" /><Relationship Type="http://schemas.openxmlformats.org/officeDocument/2006/relationships/notesMaster" Target="/ppt/notesMasters/notesMaster1.xml" Id="Rcbfab6a1483b43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d0473007d845d3" /><Relationship Type="http://schemas.openxmlformats.org/officeDocument/2006/relationships/notesMaster" Target="/ppt/notesMasters/notesMaster1.xml" Id="R00fb42e27a7c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d4ea732d78453b" /><Relationship Type="http://schemas.openxmlformats.org/officeDocument/2006/relationships/notesMaster" Target="/ppt/notesMasters/notesMaster1.xml" Id="R58995ef3f19548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c54fc5f43143c4" /><Relationship Type="http://schemas.openxmlformats.org/officeDocument/2006/relationships/notesMaster" Target="/ppt/notesMasters/notesMaster1.xml" Id="Ra9fd8e08f30a42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458855ddf04f1b" /><Relationship Type="http://schemas.openxmlformats.org/officeDocument/2006/relationships/notesMaster" Target="/ppt/notesMasters/notesMaster1.xml" Id="R55caecde97954f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b955812c24392" /><Relationship Type="http://schemas.openxmlformats.org/officeDocument/2006/relationships/notesMaster" Target="/ppt/notesMasters/notesMaster1.xml" Id="R811fc22d628f41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2c0c22b9c44299" /><Relationship Type="http://schemas.openxmlformats.org/officeDocument/2006/relationships/notesMaster" Target="/ppt/notesMasters/notesMaster1.xml" Id="R5f8825e7f9e045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5feeebb594431c" /><Relationship Type="http://schemas.openxmlformats.org/officeDocument/2006/relationships/notesMaster" Target="/ppt/notesMasters/notesMaster1.xml" Id="Rd12fef2a8c794e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007bc2512e4d95" /><Relationship Type="http://schemas.openxmlformats.org/officeDocument/2006/relationships/notesMaster" Target="/ppt/notesMasters/notesMaster1.xml" Id="R7bd8e4b6de974b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1f616d82854b0e" /><Relationship Type="http://schemas.openxmlformats.org/officeDocument/2006/relationships/notesMaster" Target="/ppt/notesMasters/notesMaster1.xml" Id="R59d45e6116164e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8a5d14c41a4bd6" /><Relationship Type="http://schemas.openxmlformats.org/officeDocument/2006/relationships/notesMaster" Target="/ppt/notesMasters/notesMaster1.xml" Id="R93048bc7c86043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705c3b1def45a4" /><Relationship Type="http://schemas.openxmlformats.org/officeDocument/2006/relationships/notesMaster" Target="/ppt/notesMasters/notesMaster1.xml" Id="R14a7c8cb1629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topic. Explain that Git records changes locally and GitHub helps people store repositories and collaborate online.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can work without GitHub. GitHub uses Git repositories and adds online collaboration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repository is more than a folder. The hidden .git directory stores information about commits, branches, and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git init when starting a new local project. Use git clone when a GitHub repository already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git add does not save a commit. It only chooses which changes will enter the next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each command as a verb and an object. status checks, diff compares, add stages, commit records, and log displays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fetch downloads information. pull downloads and integrates. push uploads local commits. origin is the conventional name of the primary remote.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branch is a movable pointer to a commit. Creating a branch does not duplicate every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useful command sequence for a student project. Run it from inside the local repository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Pull Request belongs to GitHub, not to the core Git command set. It compares two different branches.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good PR description explains the problem, solution, testing method, and related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commits pushed to the same branch automatically update the existing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good Issue provides enough information to understand and verify the requested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conflict means Git cannot make a safe automatic decision. The developer resolves the file manually and tests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final summary. The workflow connects project planning to reviewed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short practice task: change one file, create a branch, commit the change, push it, and open 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15d594f5e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4cb4657f94b29" /><Relationship Type="http://schemas.openxmlformats.org/officeDocument/2006/relationships/slideLayout" Target="/ppt/slideLayouts/slideLayout1.xml" Id="R43a97735d8aa40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a97735d8aa40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015d83b344896" /><Relationship Type="http://schemas.openxmlformats.org/officeDocument/2006/relationships/notesSlide" Target="/ppt/notesSlides/notesSlide1.xml" Id="R3a0133a1fc8f4e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7104ceb0467c" /><Relationship Type="http://schemas.openxmlformats.org/officeDocument/2006/relationships/notesSlide" Target="/ppt/notesSlides/notesSlide2.xml" Id="R29c5be99e13040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173fb91884962" /><Relationship Type="http://schemas.openxmlformats.org/officeDocument/2006/relationships/notesSlide" Target="/ppt/notesSlides/notesSlide3.xml" Id="R9312da5bf5a9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cc1c495ba449f" /><Relationship Type="http://schemas.openxmlformats.org/officeDocument/2006/relationships/notesSlide" Target="/ppt/notesSlides/notesSlide4.xml" Id="Rb1f0e1839d9041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83d47e0c14c0b" /><Relationship Type="http://schemas.openxmlformats.org/officeDocument/2006/relationships/notesSlide" Target="/ppt/notesSlides/notesSlide5.xml" Id="R36eb9edebbdb46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d6616388e4e18" /><Relationship Type="http://schemas.openxmlformats.org/officeDocument/2006/relationships/notesSlide" Target="/ppt/notesSlides/notesSlide6.xml" Id="Re740fbd84cc745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4abcdf03346d6" /><Relationship Type="http://schemas.openxmlformats.org/officeDocument/2006/relationships/notesSlide" Target="/ppt/notesSlides/notesSlide7.xml" Id="R2012b18a5a6f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6e4f9610544db" /><Relationship Type="http://schemas.openxmlformats.org/officeDocument/2006/relationships/notesSlide" Target="/ppt/notesSlides/notesSlide8.xml" Id="Reaa2a338640a4f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e865709404ddd" /><Relationship Type="http://schemas.openxmlformats.org/officeDocument/2006/relationships/notesSlide" Target="/ppt/notesSlides/notesSlide9.xml" Id="Rcd3adc462e2a45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a3e752a5d4c9a" /><Relationship Type="http://schemas.openxmlformats.org/officeDocument/2006/relationships/notesSlide" Target="/ppt/notesSlides/notesSlide10.xml" Id="Rbe1ffa6a3d044a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7e83918394728" /><Relationship Type="http://schemas.openxmlformats.org/officeDocument/2006/relationships/notesSlide" Target="/ppt/notesSlides/notesSlide11.xml" Id="R328e22464c3049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b47b52dbb4d16" /><Relationship Type="http://schemas.openxmlformats.org/officeDocument/2006/relationships/notesSlide" Target="/ppt/notesSlides/notesSlide12.xml" Id="R5eb34444bd7445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23ddefc7744ff" /><Relationship Type="http://schemas.openxmlformats.org/officeDocument/2006/relationships/notesSlide" Target="/ppt/notesSlides/notesSlide13.xml" Id="R9261fecafca444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b9f5abc964551" /><Relationship Type="http://schemas.openxmlformats.org/officeDocument/2006/relationships/notesSlide" Target="/ppt/notesSlides/notesSlide14.xml" Id="R299dc4fa1f7247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7ab19a59b4c1b" /><Relationship Type="http://schemas.openxmlformats.org/officeDocument/2006/relationships/notesSlide" Target="/ppt/notesSlides/notesSlide15.xml" Id="R953323a657e54d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a5b057b804155" /><Relationship Type="http://schemas.openxmlformats.org/officeDocument/2006/relationships/notesSlide" Target="/ppt/notesSlides/notesSlide16.xml" Id="R5d6de657d1fc40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BA888-51F7-43F2-B1EC-C854E2BE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GitHub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A384A-EE43-472C-A5FB-D1E959F3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Repositories, Branches, Pull Requests, and Issues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6F17A-A53F-48B9-B1F2-F5469B8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A simple guide for IT students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64AFE-8647-49CA-AAFB-DC057967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"Add a new feature"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168E-5A72-46DB-AB7E-131640E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Course presentation</a:t>
            </a:r>
          </a:p>
        </p:txBody>
      </p:sp>
    </p:spTree>
    <p:extLst>
      <p:ext uri="{BB962C8B-B14F-4D97-AF65-F5344CB8AC3E}">
        <p14:creationId xmlns:p14="http://schemas.microsoft.com/office/powerpoint/2010/main" val="950706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BB7CE-B532-48E2-ADC7-4684E56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Git and 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3C8E1-111A-4942-A6A2-246C2BE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They work together, but they are different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2D431-E304-4BF7-A578-E38B0E0E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AD4AB-0CED-4C25-840D-8C4D5B6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Git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C57D3-1AEA-4342-ABBD-62C881D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A6B8B-EF8F-4136-8572-8FAFBDF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Runs on your computer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6FA8D-35F2-4412-A03F-83787BE1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46749-80DA-43E5-9F17-F9547EE5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Records file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7B309-01F5-4A4F-A5AA-DC67241C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A2636-679C-4D8A-8DB3-025D4F3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Creates commits and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AD8D9-E310-4E9A-9A57-2BDA2AC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0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803D"/>
                </a:solidFill>
                <a:latin typeface="DejaVu Sans"/>
                <a:ea typeface="DejaVu Sans"/>
                <a:cs typeface="DejaVu Sans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D5A47-BDB8-4BB8-BADC-7B23DC7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5F554-1536-47AA-BA94-0FDE1B35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Hosts remote repositories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56D69-4521-4C8D-A0E8-B5972F0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EA0A2-0CA7-4434-8E15-9292D8F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Supports code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17996-13FE-4B9F-B744-156826E3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E6337-6F87-46C1-9270-C9B6868D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Organizes tasks with Issues</a:t>
            </a:r>
          </a:p>
        </p:txBody>
      </p:sp>
    </p:spTree>
    <p:extLst>
      <p:ext uri="{BB962C8B-B14F-4D97-AF65-F5344CB8AC3E}">
        <p14:creationId xmlns:p14="http://schemas.microsoft.com/office/powerpoint/2010/main" val="1955848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CD16A-A833-4CE3-8379-884470A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Repository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BE4AD-ED76-4CFF-BB30-000AF57A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A project together with its version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19C85-DAC3-40C6-9ED5-84C8680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5F6FA-9BD5-44A4-BEDB-0CA1B00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650EB-D91B-4206-824F-D85D3A66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5735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Source code and project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2E5EC-6616-4C08-BDD6-E5D66EC6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55F28-ED04-430E-A232-8CEB4772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README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11891-12C3-45C9-B505-FAB85D0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A551F-F5B0-411A-BDE9-8EC515B9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Tests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6A47A-FAA6-4069-BF09-D5169320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E8613-478F-49BD-ACAC-02CA0FF9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complete history of commits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AC07B-978D-4597-8A9E-45A515E3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student-project/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  README.md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  .gitignore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  src/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  tests/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3AABE-468A-474E-A530-6E0D047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Public repositories are visible to everyone. Private repositories require permission.</a:t>
            </a:r>
          </a:p>
        </p:txBody>
      </p:sp>
    </p:spTree>
    <p:extLst>
      <p:ext uri="{BB962C8B-B14F-4D97-AF65-F5344CB8AC3E}">
        <p14:creationId xmlns:p14="http://schemas.microsoft.com/office/powerpoint/2010/main" val="1290942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B14AE-E4E9-4676-A494-212B16B4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Create or copy a repository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EBB4A-F3DA-4856-98D5-3338719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Use init for a new project and clone for an existing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744CC-6CEC-4F26-8487-6B6929CD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F6B12-8AF2-408E-9C0D-21B4323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NEW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496F2-043F-40D0-84D8-0CD9A330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57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mkdir student-project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cd student-project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init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7CA6D-256E-46CA-A951-AF004513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383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PROJECT FROM 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340AC-3183-4797-B312-827364F0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457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clone https://github.com/user/project.git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cd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AD0FA-296F-4319-8F5D-EE922EE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git init creates a new Git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F3981-8BE3-4B96-9473-DCD0EDD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386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git clone downloads files and history.</a:t>
            </a:r>
          </a:p>
        </p:txBody>
      </p:sp>
    </p:spTree>
    <p:extLst>
      <p:ext uri="{BB962C8B-B14F-4D97-AF65-F5344CB8AC3E}">
        <p14:creationId xmlns:p14="http://schemas.microsoft.com/office/powerpoint/2010/main" val="642381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238BC-0305-450D-8BF4-815433DC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Basic Git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B4EC2-1357-441D-8A83-582DDD3A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Edit, stage, commit, and push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404CA-C5C3-4B17-86BF-7BC30A6D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8D6A-BE7B-410A-9285-E040CE4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BE269-3957-4A0C-A942-C6A492BA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Edit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2B59B-0BC6-475D-910C-DFBD7BA4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Change the project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3940B-D157-4411-8EB7-17C8B6D7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AFFD9-BD88-46A9-AB6E-FF40EEF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AC914-13A8-47F4-A81C-D66F9054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Choose changes with git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B16F0-8771-4216-AC4F-235F4F6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43737-D7A2-4788-AE86-3496763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C6C58-CEFA-4F04-8EC1-29E4A8E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Record a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1E009-A7D7-4258-9BDE-A416A348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877E1-1CE3-400B-A9C6-88355D8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4E2AA-994C-4B2E-B960-465390B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Send commits to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A8E54-8402-4066-B8BD-9E079E17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628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"Add login form"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190619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44EDE-5B2B-4405-9AB0-76843EDD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Essential local commands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EA796-8286-4B8D-AF0E-99C237E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Commands for checking and recording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08632-CE00-49AA-894A-A8EAD5E5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E1C91-516D-4C96-9AAF-5D427124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55B3F-B850-4852-BC1D-D3A4B5F7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85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Show changed, staged, and untracked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31BA0-2F3E-414A-8CB2-B7CCFF5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842B3-26B0-40D7-9A99-71624B6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Show unstaged file differences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ADC3F-5CF7-43F1-A9BA-8927B519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&lt;file&gt;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33341-CA71-48E0-B974-7A6A8FB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Stage one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0633-C948-4760-8BC8-AA0A4AA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B501-391F-4F48-9A55-334310D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Stage all current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3BF94-3914-4447-98F7-0CE8E8C5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"message"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1DE27-B847-4BFF-A90C-823B0A4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Create a commit with a message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D6794-37F9-42AD-8DA4-2B365474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log --oneline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7F313-599D-411A-AE83-C21E8DB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006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Show a compact commit history</a:t>
            </a:r>
          </a:p>
        </p:txBody>
      </p:sp>
    </p:spTree>
    <p:extLst>
      <p:ext uri="{BB962C8B-B14F-4D97-AF65-F5344CB8AC3E}">
        <p14:creationId xmlns:p14="http://schemas.microsoft.com/office/powerpoint/2010/main" val="341452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DCDC4-3AD6-4983-B0FF-E0D53ABC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Remote commands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4EC58-4CDB-4984-AF9B-85A325F3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Commands that exchange information with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EA855-0125-4599-BDCE-27964671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0F5F-6E24-4F4F-91CD-396B93E0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remote -v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76B93-3616-49AE-AB25-8F76BDC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Show remote repository addresses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41F8-F6F6-4959-AF2D-40FEB252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fetch origin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282EA-FED4-4A36-A3B9-46379BFE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Download remote information without changing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81EF1-6A0F-4807-AF89-74008902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pull --ff-only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B0971-B792-4FE2-B92C-74A8875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Download and update the current branch safely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6D2C5-FDF2-43DF-99C1-49485FD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472CE-0604-4CF3-959E-267C3D49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Send local commits to 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56549-9681-4ED3-9467-05E8F04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 -u origin feature/login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88DCF-DC6A-4ADD-BAF7-4E070B88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720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Publish a new branch and remember its upstream</a:t>
            </a:r>
          </a:p>
        </p:txBody>
      </p:sp>
    </p:spTree>
    <p:extLst>
      <p:ext uri="{BB962C8B-B14F-4D97-AF65-F5344CB8AC3E}">
        <p14:creationId xmlns:p14="http://schemas.microsoft.com/office/powerpoint/2010/main" val="1201351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4D60-852F-472D-8426-F34C721E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Branches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16FF8-A3E6-4588-9C32-A9810DB4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A branch isolates work from the main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BD0D3-329D-4B26-B79B-2706F7AF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9D112-15D4-47CA-8836-EB76D5E9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7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D262-8516-44A2-BD11-C83CE5A1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main contains the shared stable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98105-BE8F-46C8-868B-A8C9F326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7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956D4-53DB-496C-8FE7-83652210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feature branches contain new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1A238-5BD8-484C-91C2-2D30F0C6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7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E5E4B-7894-4D1A-B5A7-357F2A29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Each task should use a separate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F5E0D-B939-420C-BC00-761320D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branch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switch -c feature/login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switch main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branch -d feature/login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265A1-DC8D-4698-BFA2-9DC552D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-c means create.  -d means delete.</a:t>
            </a:r>
          </a:p>
        </p:txBody>
      </p:sp>
    </p:spTree>
    <p:extLst>
      <p:ext uri="{BB962C8B-B14F-4D97-AF65-F5344CB8AC3E}">
        <p14:creationId xmlns:p14="http://schemas.microsoft.com/office/powerpoint/2010/main" val="441870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0F6F5-B181-4333-8BA9-A9D2B06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Feature branch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5B14B-204A-4CDD-B98D-2A5B3AF4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Start from an updated main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6466C-257C-4830-8C71-7E9458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EA479-8C92-478F-A072-ED60D04A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86106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switch main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pull --ff-only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switch -c feature/login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# edit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"Add login validation"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 -u origin feature/login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E51F8-2C69-4838-8C14-E93224FE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025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The new code remains separate from main until the Pull Request is merged.</a:t>
            </a:r>
          </a:p>
        </p:txBody>
      </p:sp>
    </p:spTree>
    <p:extLst>
      <p:ext uri="{BB962C8B-B14F-4D97-AF65-F5344CB8AC3E}">
        <p14:creationId xmlns:p14="http://schemas.microsoft.com/office/powerpoint/2010/main" val="1890797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3C1B9-E7DB-4A35-AF22-0981741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Pull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33C7A-F1B0-4131-ADB8-56D51B5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A proposal to merge one branch into another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B9AB2-CD6B-435B-AA18-401412A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3C0D7-66B6-4BD7-AEA2-CBFDBAD4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E604E-4C59-467B-B0E8-47D65C2D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Shows the exact code differences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4EABA-6CE3-41C4-877F-9E5D5E47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2FF1C-CA34-47A5-BF82-D28302D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Provides a place for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01D63-813C-4338-BF2B-8708FBE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012BE-947F-4A1F-AC8B-6D441A5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Allows review and automated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CC77-C51A-455B-873E-814C940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A1CCB-6BE7-4564-B879-5981E86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Merges approved changes into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C00FD-2C97-4890-A8CE-1BDB9340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base: 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18409-C7D4-4B15-9091-BE54CFE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compare: feature/login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D46B3-15D1-4C15-AEA5-A78621DD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The base branch receives the changes.</a:t>
            </a:r>
          </a:p>
        </p:txBody>
      </p:sp>
    </p:spTree>
    <p:extLst>
      <p:ext uri="{BB962C8B-B14F-4D97-AF65-F5344CB8AC3E}">
        <p14:creationId xmlns:p14="http://schemas.microsoft.com/office/powerpoint/2010/main" val="1041243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F4BCB-D843-42CD-9F8F-97B3FDED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Create a Pull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50A3E-E20C-48E7-9DD4-F05D0D0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Push the branch before opening the PR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F1444-D240-47CF-B904-8785D950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7BDE7-EFEF-46C0-9BEF-EE512B8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676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 -u origin feature/login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5C092-802E-43E0-A267-8E1A0BA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E3D8D-D086-4B13-8A2C-262FE8A9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Open the repository on 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7EAE5-EE24-431E-A34D-118A13D6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7656A-E646-4A92-A957-93F70EC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Select Compare &amp; pull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CED34-1416-4032-B96B-D04CECE9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39830-87A8-4571-82A7-471FB566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Check base and compare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ADB52-58C5-466F-824C-CE7758A3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72FA8-7162-40A3-B04A-5553FB5E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Describe the change and request a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CCFDD-BA58-49C4-98CC-0770ADB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524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gh pr create --base main --head feature/login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410CA-38A1-4BFA-9244-091AB432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GitHub CLI alternative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46872-0F54-4397-8ABC-51F34CB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3524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Use Closes #12 in the description to connect and close Issue 12 after merge.</a:t>
            </a:r>
          </a:p>
        </p:txBody>
      </p:sp>
    </p:spTree>
    <p:extLst>
      <p:ext uri="{BB962C8B-B14F-4D97-AF65-F5344CB8AC3E}">
        <p14:creationId xmlns:p14="http://schemas.microsoft.com/office/powerpoint/2010/main" val="7394590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71793-42A0-492E-A3E2-449D5D34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Code review and merge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6B082-1B4E-4714-AC56-3A354E5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Review catches problems before code enters 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D8CAE-C1EF-43CD-A0FC-B508DA9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38238-FBB7-4A8C-8BF7-D393D36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Author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C5A01-347B-430E-BE71-E03FEE7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739A0-0466-40E8-9F5F-12560EAF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Explains the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77F51-0042-43C3-AADA-D774801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9945D-2FEB-4EC1-B7DC-D300B34F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Responds to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43DB8-9CE0-4460-A147-04C413CA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1646-4E33-4C99-93CA-0A992EBB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Pushes corrections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BDB12-D33C-4AED-9BE4-7BF240C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0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2410C"/>
                </a:solidFill>
                <a:latin typeface="DejaVu Sans"/>
                <a:ea typeface="DejaVu Sans"/>
                <a:cs typeface="DejaVu Sans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D90A6-630F-4446-914E-F5878776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A3467-DBC8-40A1-BB32-F1C53EAD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Reads the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456AF-1A3C-41B0-A232-5FCE462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CBA17-1D6C-4F30-B7EF-7048257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Checks tests and clarity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A46D1-8B8A-4ECF-AA62-99C93C3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29956-2621-436C-BF69-59E66DD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Approves or requests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26CDB-5ADC-4F2D-9B97-EC344BF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80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5803D"/>
                </a:solidFill>
                <a:latin typeface="DejaVu Sans"/>
                <a:ea typeface="DejaVu Sans"/>
                <a:cs typeface="DejaVu Sans"/>
              </a:rPr>
              <a:t>Merge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CC27D-9FDB-4F12-A16B-8DC47FA2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85D4A-422F-4777-A2E2-D37A6EAF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Merge 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C4EA3-4AFA-4A13-A1E8-09AA4D0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1D1F7-C6B4-4F9C-9C64-C5FE82F2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Squash and merge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2C641-390C-4D31-BBE5-9BD87295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D5C4E-73BF-4B7F-9204-B7A6B2DC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19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Rebase and 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0D3B8-5332-4A04-BFF9-B5A1D4C0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76800"/>
            <a:ext cx="632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"Fix review comments"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7600008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44C78-C2A3-4668-B982-497739CD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Issues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81C4-DCF7-4C34-BC6F-82D5DDA7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Issues describe tasks, bugs, and feature 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90D8B-0AEF-4C9F-B81C-466F9085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2DBD9-1089-4F24-BC57-28B7C8C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Issue #12: Validate the login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7F79A-CDA4-411D-8BB3-1EAC5E74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85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Problem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The form accepts an empty email.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Expected result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Show an error before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Acceptance criteria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☐ Empty email is rejected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☐ Valid email is accepted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☐ Tests are included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A276C-F819-4E61-82D1-95CFA25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0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070D-8BB7-4E12-B988-C8318B24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Assignee: responsible person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DE9CA-9EDE-44E4-8320-18881417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0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E88D-5A11-478A-BDD6-47B32B48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Label: type or priority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EC7E-D954-4F23-98F3-BBFDC4B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0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CD76F-EFA9-4A9D-87EE-5950A93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Milestone: release or phase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23CE3-449A-4F05-B972-46E0F87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0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02C1C-2890-4E0D-863C-39011FB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Project: board and status</a:t>
            </a:r>
          </a:p>
        </p:txBody>
      </p:sp>
    </p:spTree>
    <p:extLst>
      <p:ext uri="{BB962C8B-B14F-4D97-AF65-F5344CB8AC3E}">
        <p14:creationId xmlns:p14="http://schemas.microsoft.com/office/powerpoint/2010/main" val="12764875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3D500-A479-4531-B4A9-A81017E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Merge conflicts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CF9D3-9ABC-4A62-A801-F61DA1FE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A person must choose the correct final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D5897-E229-4061-B82A-2AC4B5AA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A2778-3F7E-4570-860C-D293633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581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&lt;&lt;&lt;&lt;&lt;&lt;&lt; HEAD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return validateEmail(email);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=======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return validateUser(email, password);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&gt;&gt;&gt;&gt;&gt;&gt;&gt; origin/main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4D4D5-2C29-478E-BBA4-660BEAF2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17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AB86F-F9AC-4A59-B63A-20300BC3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Open the conflicted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DB04E-DE42-44F7-A679-D7EE46C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17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5F0D5-E717-4444-A1A1-BB1E16BB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Choose or combine the correct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2EC18-B6EA-4031-BDDD-3D6776B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17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1D69A-E281-45CB-B9DD-48C0C4A1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Remove the conflict markers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8A799-881B-4FB4-A9EF-5AD02399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17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9A87B-C5F7-4F82-BB34-EB56F00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Run tests, add, commit, and 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CED29-995E-473B-9C77-CE6F3FF5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&lt;file&gt;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"Resolve merge conflict"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136779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571C1-3BBC-4B19-BA54-AE3F2D42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Complete team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B95E4-AA04-46F6-9208-6FEC208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One task follows one clear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801A0-7179-427E-A396-5734E263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ADD2E-5B11-4B91-A939-19B2F6F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A5A9A-D99D-4555-A49A-C30432A9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Create Issue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B23EB-C29A-43F9-B0E8-71C8C72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76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4088C-7DF4-40C1-92BE-5264485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76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Update 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BABCB-C44F-481E-A227-38550D34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937D0-264B-4A4B-B816-20CEAB17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76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Create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EBF78-DD05-447D-B844-B4FC2D1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F9908-3406-4DEA-9100-1F6A0C0A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76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Edit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C18B9-4268-4495-96D4-A6939ABA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22E91-1875-469E-8031-48F5BAB0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33AB2-1C4B-45ED-AD21-030FCB83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FF7E-CCBA-4D93-9F5A-038E31B2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09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Open 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746E2-23AC-4838-8DB0-8EA01638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E9039-CCE2-4B9B-8423-8A9DF48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09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BA2C2-53A7-4788-8297-7B44669C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9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FEBC7-9813-429A-8B14-B209D612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Merge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56751-2266-47CC-934F-8A7DD69A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Issue  →  Branch  →  Commit  →  Pull Request  →  Review  →  Merge</a:t>
            </a:r>
          </a:p>
        </p:txBody>
      </p:sp>
    </p:spTree>
    <p:extLst>
      <p:ext uri="{BB962C8B-B14F-4D97-AF65-F5344CB8AC3E}">
        <p14:creationId xmlns:p14="http://schemas.microsoft.com/office/powerpoint/2010/main" val="19439279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9107E-34DA-4654-A82F-3802418A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Command cheat 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9B619-3268-4123-9881-92084D3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The commands students need most often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445FD-12CD-4752-8666-A8742DC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07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676A3-97A4-4249-AA42-7FC6015B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diff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commit -m "message"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log --oneline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6F08D-591B-4551-B79F-696E0963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switch -c feature/name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switch main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pull --ff-only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push -u origin feature/name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33"/>
                </a:solidFill>
                <a:latin typeface="DejaVu Sans Mono"/>
                <a:ea typeface="DejaVu Sans Mono"/>
                <a:cs typeface="DejaVu Sans Mono"/>
              </a:rPr>
              <a:t>git branch -d feature/name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25A57-3432-4D31-8A3C-EA99AA8F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967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7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5803D"/>
                </a:solidFill>
                <a:latin typeface="DejaVu Sans"/>
                <a:ea typeface="DejaVu Sans"/>
                <a:cs typeface="DejaVu Sans"/>
              </a:rPr>
              <a:t>Check before you commit. Pull before a new branch. Push before opening a PR.</a:t>
            </a:r>
          </a:p>
        </p:txBody>
      </p:sp>
    </p:spTree>
    <p:extLst>
      <p:ext uri="{BB962C8B-B14F-4D97-AF65-F5344CB8AC3E}">
        <p14:creationId xmlns:p14="http://schemas.microsoft.com/office/powerpoint/2010/main" val="150103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2026-09-27T18:47:08.7670000Z</dcterms:created>
  <dcterms:modified xsi:type="dcterms:W3CDTF">2026-09-27T18:47:08.7670000Z</dcterms:modified>
</coreProperties>
</file>